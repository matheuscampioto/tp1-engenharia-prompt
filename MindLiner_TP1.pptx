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MindLiner AI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Prompt e Contexto na Prática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1  •  Unicesumar  • 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Prototipamos o Agente de IA do MindLiner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651760" cy="26517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e documentado 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qualquer chamada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651760" cy="26517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+ 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prompt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com justificativa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265176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Contexto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6517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pergunta, dois contextos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65% nos tokens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Gemini 3.7 Flash  •  Ferramenta: Google AI Studio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MindLiner — Sistema de Apoio ao Estudo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931920" cy="31089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Prototipada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Inteligência Artificial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(RF-041 a RF-044)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recebe dados do usuário 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método de estudo + meta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personalizados em formato JSON.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114800" cy="310896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Aplicadas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RB-036: Considerar dados do usuário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RB-037: Usar histórico como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RB-038: Não substituir metas manuais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RB-039: Fins exclusivamente educacionais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Documentado Antes das Chamadas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3200400"/>
          </a:xfrm>
          <a:prstGeom prst="rect">
            <a:avLst/>
          </a:prstGeom>
          <a:solidFill>
            <a:srgbClr val="0A0D1A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é um agente educacional do MindLiner, sistema de apoio ao estudo.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 objetivo é sugerir métodos de estudo e metas personalizadas.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5798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 obrigatórias: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Recomendações com finalidade exclusivamente educacional [RB-039]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Nunca substituir metas manuais sem autorização explícita [RB-038]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Usar histórico de estudos como base para personalização [RB-037]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Considerar todas as informações fornecidas pelo usuário [RB-036]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69417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95020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Responda SEMPRE em JSON válido, sem texto adicional.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rastreável a uma RB do documento de Regras de Negócio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Aplicada: Few-Shot + JSON Mode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3200400"/>
          </a:xfrm>
          <a:prstGeom prst="rect">
            <a:avLst/>
          </a:prstGeom>
          <a:solidFill>
            <a:srgbClr val="1A1D2E"/>
          </a:solidFill>
          <a:ln w="12700">
            <a:solidFill>
              <a:srgbClr val="2A2D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Few-Shot?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exemplos de entrada/saída dentro do próprio prompt para calibrar o comportamento do modelo.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usamos aqui?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exemplos, o modelo variava o formato da resposta. Com 2 exemplos, o JSON saiu consistente em todas as chamadas.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3200400"/>
          </a:xfrm>
          <a:prstGeom prst="rect">
            <a:avLst/>
          </a:prstGeom>
          <a:solidFill>
            <a:srgbClr val="0A0D1A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EXEMPLO 1 ---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{ disciplina, horas, dificuldades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2523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 metodo_sugerido, meta_sugerida 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3035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EXEMPLO 2 ---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{ disciplina, horas, dificuldades 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3547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 metodo_sugerido, meta_sugerida }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3803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AGORA RESPONDA ---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4315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real do usuário...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Contexto — Mesma Pergunta, Dois Contextos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2560320"/>
          </a:xfrm>
          <a:prstGeom prst="rect">
            <a:avLst/>
          </a:prstGeom>
          <a:solidFill>
            <a:srgbClr val="1A1D2E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A — Contexto Inflado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59 RFs colados no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exemplos few-shot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pergunta do usuário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1.458 tokens de 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(1.705 total - 247 base)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14800" cy="2560320"/>
          </a:xfrm>
          <a:prstGeom prst="rect">
            <a:avLst/>
          </a:prstGeom>
          <a:solidFill>
            <a:srgbClr val="1A1D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B — Contexto Cirúrgico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RF-041 a RF-044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RB-036 a RB-039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pergunta do usuário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tokens de input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337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(2.218 total - 1.705 Chamada 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65% nos tokens de input — mesma qualidade de resposta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Custo por Chamada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Gemini 3.7 Flash  •  Input: $0,75/1M tokens  •  Output: $3,75/1M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011680" cy="3657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874520"/>
            <a:ext cx="1463040" cy="3657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874520"/>
            <a:ext cx="1463040" cy="3657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874520"/>
            <a:ext cx="1645920" cy="3657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874520"/>
            <a:ext cx="1645920" cy="3657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920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011680" cy="4114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Ctx. Inflado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286000"/>
            <a:ext cx="1463040" cy="4114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1.458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286000"/>
            <a:ext cx="1463040" cy="4114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2286000"/>
            <a:ext cx="1645920" cy="4114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$0,000109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2286000"/>
            <a:ext cx="1645920" cy="411480"/>
          </a:xfrm>
          <a:prstGeom prst="rect">
            <a:avLst/>
          </a:prstGeom>
          <a:solidFill>
            <a:srgbClr val="1A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$0,000859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2011680" cy="411480"/>
          </a:xfrm>
          <a:prstGeom prst="rect">
            <a:avLst/>
          </a:prstGeom>
          <a:solidFill>
            <a:srgbClr val="141627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788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— Ctx. Cirúrgico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2743200"/>
            <a:ext cx="1463040" cy="411480"/>
          </a:xfrm>
          <a:prstGeom prst="rect">
            <a:avLst/>
          </a:prstGeom>
          <a:solidFill>
            <a:srgbClr val="141627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2743200"/>
            <a:ext cx="1463040" cy="411480"/>
          </a:xfrm>
          <a:prstGeom prst="rect">
            <a:avLst/>
          </a:prstGeom>
          <a:solidFill>
            <a:srgbClr val="141627"/>
          </a:solidFill>
          <a:ln/>
        </p:spPr>
      </p:sp>
      <p:sp>
        <p:nvSpPr>
          <p:cNvPr id="31" name="Text 29"/>
          <p:cNvSpPr/>
          <p:nvPr/>
        </p:nvSpPr>
        <p:spPr>
          <a:xfrm>
            <a:off x="388620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2743200"/>
            <a:ext cx="1645920" cy="411480"/>
          </a:xfrm>
          <a:prstGeom prst="rect">
            <a:avLst/>
          </a:prstGeom>
          <a:solidFill>
            <a:srgbClr val="141627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$0,000038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2743200"/>
            <a:ext cx="1645920" cy="411480"/>
          </a:xfrm>
          <a:prstGeom prst="rect">
            <a:avLst/>
          </a:prstGeom>
          <a:solidFill>
            <a:srgbClr val="141627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7889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$0,000788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00400"/>
            <a:ext cx="2011680" cy="411480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 SESSÃO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3200400"/>
            <a:ext cx="1463040" cy="411480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0" y="3200400"/>
            <a:ext cx="1463040" cy="411480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41" name="Text 39"/>
          <p:cNvSpPr/>
          <p:nvPr/>
        </p:nvSpPr>
        <p:spPr>
          <a:xfrm>
            <a:off x="388620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03520" y="3200400"/>
            <a:ext cx="1645920" cy="411480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$0,000148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3200400"/>
            <a:ext cx="1645920" cy="411480"/>
          </a:xfrm>
          <a:prstGeom prst="rect">
            <a:avLst/>
          </a:prstGeom>
          <a:solidFill>
            <a:srgbClr val="252840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3246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$0,001647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794760"/>
            <a:ext cx="8412480" cy="73152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Fórmula: custo = (tokens_input / 1.000.000) × $0,75 + (tokens_output / 1.000.000) × $3,75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comparação nos mostrou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28600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redução nos tokens de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contexto cirúrgico vs. inflado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228600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✓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resposta idêntica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duas chamadas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286000"/>
          </a:xfrm>
          <a:prstGeom prst="rect">
            <a:avLst/>
          </a:prstGeom>
          <a:solidFill>
            <a:srgbClr val="1A1D2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916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do system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ao documento oficial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contexto bem curado economiza tokens e custo sem perder qualidade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lição de Engenharia de Prompt.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2026-08-18T14:15:48Z</dcterms:created>
  <dcterms:modified xsi:type="dcterms:W3CDTF">2026-08-18T14:15:48Z</dcterms:modified>
</cp:coreProperties>
</file>